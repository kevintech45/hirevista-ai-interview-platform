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B395-3CEA-3355-EED1-640394664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7AF01-0972-A69B-C7E7-CE26368FC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101C-D714-8B83-F365-4F994AD6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DCE8A-9B9B-2BDD-A25B-E75D6F4A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0875-E51E-09D5-52D2-5325F5E9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5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F2D1-6568-8C36-283E-27E51DAD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29E5-DD2F-DB2A-61E9-842F6DE5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AC2E0-24D4-BA46-738D-1BE5FC00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5A4A3-5A00-6B26-8AC9-8B470445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C1E6-1050-F875-3477-D0926C34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9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29D3-B484-3E77-2136-A94D79016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DE1CC-115E-C0A4-7EB1-0D24605B2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1958E-7CEC-E294-67E9-3A7046F6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02DD7-FF01-F481-ACCB-2AD29BA3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84A48-ADDA-BC75-AB42-0C112853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5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78E2-640B-12AE-7841-9269D941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49933-DCE9-E4EA-10C7-54B41DD4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93CA6-34D1-48AD-DC9D-746CCA2A8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04739-0060-2AEA-1830-28F83FBF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331E-8108-7081-EEBF-7ABE9EBA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726E8-75E8-0033-301B-69C00B55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801F-4303-F7DF-8FE4-A4309184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983E-AB81-D209-263A-B1660A359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EEADD-37A8-1C82-2892-65BF3F0F1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E4F6C-F644-4360-3600-35D469064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9D81C-EA48-0D3C-6778-15754570E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1DDAA-40DF-7CCE-61D6-4A430802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540FA-6839-D35D-BA05-4DF2D30A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C73EA-76EE-ACA3-8384-2CC002FD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83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62B5-23F6-90BB-3054-2D31AF1A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94A81-4C82-6DC9-8D5E-922898B3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52CB1-E0F5-B330-BF2E-D2F3B24C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D5CA8-B668-5B5D-B135-0E21063B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9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461BE-675C-9B0E-7EFD-69D6A6B5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47AA2-47C4-3F21-194C-C9AA871B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CBD77-D4FF-654B-A10D-AA2E8D0D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8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F74F-4F9A-EBE8-5854-1D2A9743F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D0888-A07E-CB23-051A-A778308EB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66942-71E3-6CF6-0700-C88837437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C97AA-5592-41E7-E8E7-4683FB6C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70DE7-FD55-9C67-2CCB-219CE3BB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D34D0-9ADE-2ABA-F802-03A5874B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8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38F9-E34F-2183-9140-E548393A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593A8-36CF-F5F0-3167-A42CEA22D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61831-12A1-F880-BADC-8ABF55CE6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66B9F-E832-FEAA-8795-B23AC5F1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AEBFA-2C72-BEBD-3AB1-FA3C2879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06FEA-9F31-7C0A-6AA8-618EF8E6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8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37B0-7CE5-0B18-59B7-4136AAE7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AFBA6-E948-BABF-8983-13CEE3E70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414A-C2C4-048B-F43D-0B782D8D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39799-D431-0AEE-88C2-911DFDE2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82F50-7076-00B6-BF2D-72F0FA85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D2B38-A2E0-1B5C-6E58-EC6F2CA90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265A0-0938-9DF4-38E9-9DAC60D97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E9EAB-5CA3-6B40-D80B-694AD3D7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D3645-4696-3909-B2E4-FE9EA5A3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F060-08EC-3F1E-E79A-5C315311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0EE53C-92C0-71D0-077A-C8F1E3DE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9CB16-3068-6B04-EBCC-27367E77E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BF78-0575-E83C-3A79-A41EFA4C0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AB413-8E5D-C0CD-3783-963496602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AD83E-A856-B6F8-44CB-175BC253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6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2BDD8-79AB-57F7-9663-1BD4E898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NAME : KEVIN SHAH</a:t>
            </a:r>
          </a:p>
          <a:p>
            <a:pPr marL="0" indent="0" algn="ctr">
              <a:buNone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BATCH : B3</a:t>
            </a:r>
          </a:p>
          <a:p>
            <a:pPr marL="0" indent="0" algn="ctr">
              <a:buNone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ROLL NO : 100</a:t>
            </a:r>
          </a:p>
          <a:p>
            <a:pPr marL="0" indent="0" algn="ctr">
              <a:buNone/>
            </a:pP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ENROLLMENT : 23002171210158</a:t>
            </a:r>
            <a:endParaRPr lang="en-IN" sz="32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67668E46-D4DF-92F8-3DC6-E3723A05B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211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080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HireVista</a:t>
            </a:r>
            <a:endParaRPr dirty="0"/>
          </a:p>
          <a:p>
            <a:r>
              <a:rPr dirty="0"/>
              <a:t>AI-Powered Interviewing, </a:t>
            </a:r>
            <a:r>
              <a:rPr lang="en-US" dirty="0"/>
              <a:t>Platform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project presentation on building a modern, end-to-end recruitment platform.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8B73720-1176-A2FB-DF69-DE89CA72C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660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Modern Recruiting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Hiring managers and recruiters face significant challenges in the initial screening process: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⏰ Time Consuming:</a:t>
            </a:r>
          </a:p>
          <a:p>
            <a:r>
              <a:rPr lang="en-US" dirty="0"/>
              <a:t> </a:t>
            </a:r>
            <a:r>
              <a:rPr dirty="0"/>
              <a:t>Manually reviewing hundreds of resumes is inefficient.</a:t>
            </a:r>
          </a:p>
          <a:p>
            <a:r>
              <a:rPr lang="en-US" dirty="0"/>
              <a:t> </a:t>
            </a:r>
            <a:r>
              <a:rPr dirty="0"/>
              <a:t>Scheduling and conducting initial phone screens creates logistical bottlenecks.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⚖️ Inconsistent &amp; Biased:</a:t>
            </a:r>
          </a:p>
          <a:p>
            <a:r>
              <a:rPr lang="en-US" dirty="0"/>
              <a:t> </a:t>
            </a:r>
            <a:r>
              <a:rPr dirty="0"/>
              <a:t>Different interviewers ask different questions, leading to inconsistent evaluations.</a:t>
            </a:r>
          </a:p>
          <a:p>
            <a:r>
              <a:rPr lang="en-US" dirty="0"/>
              <a:t> </a:t>
            </a:r>
            <a:r>
              <a:rPr dirty="0"/>
              <a:t>Unconscious bias can influence candidate assessment and impact diversity.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📊 Lack of Objective Data:</a:t>
            </a:r>
          </a:p>
          <a:p>
            <a:r>
              <a:rPr dirty="0"/>
              <a:t> Feedback is often subjective and hard to compare across candidates.</a:t>
            </a:r>
          </a:p>
          <a:p>
            <a:r>
              <a:rPr dirty="0"/>
              <a:t> It's difficult to get a standardized measure of skills like communication and problem-solving.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699ABE25-4E42-4CA9-3528-2BD76A607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368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Streamline, Standardize, Analyze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HireVista</a:t>
            </a:r>
            <a:r>
              <a:rPr dirty="0"/>
              <a:t> is a web platform that automates the initial interview process using a sophisticated AI voice assistant.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🎯 Streamline the Process:</a:t>
            </a:r>
          </a:p>
          <a:p>
            <a:r>
              <a:rPr dirty="0"/>
              <a:t> Recruiters create an interview profile, and our AI handles the rest—from asking questions to generating reports.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🎯 Standardize Evaluations:</a:t>
            </a:r>
          </a:p>
          <a:p>
            <a:r>
              <a:rPr dirty="0"/>
              <a:t> Every candidate for a specific role is asked the same high-quality, AI-generated questions, ensuring a fair and level playing field.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🎯 Analyze with Data:</a:t>
            </a:r>
          </a:p>
          <a:p>
            <a:r>
              <a:rPr dirty="0"/>
              <a:t> Move beyond gut feelings. Receive objective, data-driven feedback on every candidate, including skill ratings and a clear hiring recommendation.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165B68CF-3C05-F564-5660-134DA500B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95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An intuitive, end-to-end workflow designed for efficiency: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📝 Smart Interview Creation:</a:t>
            </a:r>
          </a:p>
          <a:p>
            <a:r>
              <a:rPr dirty="0"/>
              <a:t> Users define the job position, description, and duration.</a:t>
            </a:r>
          </a:p>
          <a:p>
            <a:r>
              <a:rPr dirty="0"/>
              <a:t> </a:t>
            </a:r>
            <a:r>
              <a:rPr dirty="0" err="1"/>
              <a:t>HireVista's</a:t>
            </a:r>
            <a:r>
              <a:rPr dirty="0"/>
              <a:t> AI generates tailored technical and behavioral questions.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🎙️ AI-Powered Voice Interviews:</a:t>
            </a:r>
          </a:p>
          <a:p>
            <a:r>
              <a:rPr dirty="0"/>
              <a:t> Candidates interact with a real-time AI voice assistant (Vapi.ai).</a:t>
            </a:r>
          </a:p>
          <a:p>
            <a:r>
              <a:rPr dirty="0"/>
              <a:t> Natural flow, adaptive questions, full transcript recording.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📑 Instant, Data-Driven Feedback:</a:t>
            </a:r>
          </a:p>
          <a:p>
            <a:r>
              <a:rPr dirty="0"/>
              <a:t> AI analyzes the conversation immediately.</a:t>
            </a:r>
          </a:p>
          <a:p>
            <a:r>
              <a:rPr dirty="0"/>
              <a:t> Detailed report with ratings on Technical Skills, Communication, Problem Solving, and Experience.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78520133-9CA8-40D8-55D0-E22A9F4E0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49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&amp; Scalable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 err="1"/>
              <a:t>HireVista</a:t>
            </a:r>
            <a:r>
              <a:rPr dirty="0"/>
              <a:t> is built with a robust, modern, and scalable technology stack:</a:t>
            </a:r>
          </a:p>
          <a:p>
            <a:endParaRPr dirty="0"/>
          </a:p>
          <a:p>
            <a:r>
              <a:rPr dirty="0"/>
              <a:t>Frontend:</a:t>
            </a:r>
          </a:p>
          <a:p>
            <a:r>
              <a:rPr dirty="0"/>
              <a:t>Next.js (App Router), Tailwind CSS, </a:t>
            </a:r>
            <a:r>
              <a:rPr dirty="0" err="1"/>
              <a:t>shadcn</a:t>
            </a:r>
            <a:r>
              <a:rPr dirty="0"/>
              <a:t>/</a:t>
            </a:r>
            <a:r>
              <a:rPr dirty="0" err="1"/>
              <a:t>ui</a:t>
            </a:r>
            <a:endParaRPr dirty="0"/>
          </a:p>
          <a:p>
            <a:endParaRPr dirty="0"/>
          </a:p>
          <a:p>
            <a:r>
              <a:rPr dirty="0"/>
              <a:t>Backend &amp; Database:</a:t>
            </a:r>
          </a:p>
          <a:p>
            <a:r>
              <a:rPr dirty="0" err="1"/>
              <a:t>Supabase</a:t>
            </a:r>
            <a:r>
              <a:rPr dirty="0"/>
              <a:t> for authentication, PostgreSQL database</a:t>
            </a:r>
          </a:p>
          <a:p>
            <a:endParaRPr dirty="0"/>
          </a:p>
          <a:p>
            <a:r>
              <a:rPr dirty="0"/>
              <a:t>AI &amp; Services:</a:t>
            </a:r>
          </a:p>
          <a:p>
            <a:r>
              <a:rPr dirty="0"/>
              <a:t>Vapi.ai for real-time voice</a:t>
            </a:r>
          </a:p>
          <a:p>
            <a:r>
              <a:rPr dirty="0" err="1"/>
              <a:t>Groq</a:t>
            </a:r>
            <a:r>
              <a:rPr dirty="0"/>
              <a:t> / </a:t>
            </a:r>
            <a:r>
              <a:rPr dirty="0" err="1"/>
              <a:t>OpenRouter</a:t>
            </a:r>
            <a:r>
              <a:rPr dirty="0"/>
              <a:t> (LLMs) for interview question generation and analysis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5EA6A11-F84E-A2AF-1691-699C5B5A7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49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HireVista</a:t>
            </a:r>
            <a:r>
              <a:rPr dirty="0"/>
              <a:t> empowers recruiters to make faster, smarter, and fairer hiring decisions.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By automating the top of the hiring funnel, we free up valuable time for human connection and strategic decision-making.</a:t>
            </a:r>
          </a:p>
          <a:p>
            <a:endParaRPr dirty="0"/>
          </a:p>
          <a:p>
            <a:r>
              <a:rPr dirty="0"/>
              <a:t>Next Steps &amp; Future Vision:</a:t>
            </a:r>
          </a:p>
          <a:p>
            <a:r>
              <a:rPr dirty="0"/>
              <a:t>Analytics Dashboard for comparing candidate performance</a:t>
            </a:r>
          </a:p>
          <a:p>
            <a:r>
              <a:rPr dirty="0"/>
              <a:t>ATS Integration (Greenhouse, Lever)</a:t>
            </a:r>
          </a:p>
          <a:p>
            <a:r>
              <a:rPr dirty="0"/>
              <a:t>Team Collaboration for recruiters</a:t>
            </a:r>
          </a:p>
          <a:p>
            <a:r>
              <a:rPr dirty="0"/>
              <a:t>Custom Interview Flows (coding challenges, case studies)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5FB8-1D06-D1D7-70A5-573B787E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7907"/>
            <a:ext cx="7886700" cy="1325563"/>
          </a:xfrm>
        </p:spPr>
        <p:txBody>
          <a:bodyPr/>
          <a:lstStyle/>
          <a:p>
            <a:pPr algn="ctr"/>
            <a:r>
              <a:rPr lang="en-US" b="1" dirty="0"/>
              <a:t>Thank You!</a:t>
            </a:r>
            <a:endParaRPr lang="en-IN" b="1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9CB1D2C2-CD3C-6F14-2662-F7CA3368D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211"/>
            <a:ext cx="2559499" cy="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74F45-2FC8-16F3-7B99-5494E16F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91" y="2867410"/>
            <a:ext cx="6699465" cy="234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9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486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Aparajita</vt:lpstr>
      <vt:lpstr>Arial</vt:lpstr>
      <vt:lpstr>Calibri</vt:lpstr>
      <vt:lpstr>Calibri Light</vt:lpstr>
      <vt:lpstr>Office Theme</vt:lpstr>
      <vt:lpstr>PowerPoint Presentation</vt:lpstr>
      <vt:lpstr>HireVista AI-Powered Interviewing, Platform</vt:lpstr>
      <vt:lpstr>The Problem: The Modern Recruiting Bottleneck</vt:lpstr>
      <vt:lpstr>Our Solution: Streamline, Standardize, Analyze</vt:lpstr>
      <vt:lpstr>Key Features in Action</vt:lpstr>
      <vt:lpstr>Modern &amp; Scalable Technology Stack</vt:lpstr>
      <vt:lpstr>Conclusion &amp; Future Vision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kevin shah</dc:creator>
  <cp:keywords/>
  <dc:description>generated using python-pptx</dc:description>
  <cp:lastModifiedBy>kevin shah</cp:lastModifiedBy>
  <cp:revision>2</cp:revision>
  <dcterms:created xsi:type="dcterms:W3CDTF">2013-01-27T09:14:16Z</dcterms:created>
  <dcterms:modified xsi:type="dcterms:W3CDTF">2025-08-21T04:47:13Z</dcterms:modified>
  <cp:category/>
</cp:coreProperties>
</file>